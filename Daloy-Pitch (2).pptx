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Daloy — Filipino for flow. An open, zero-cost intelligence layer that makes stablecoin remittance flows on Stellar visible. Solo build, DeFi &amp; Composability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$35.63B in OFW remittances in 2025, record high. New 1% US tax in 2026 on ~40% of inflows. Stellar offers a cheaper rail but the ecosystem is a black box — no accessible visibility into corridors, peg health, or anomalies.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hook. Naive asset_code filter gave $8.8 trillion because anyone can issue a token named USDC — identity is code PLUS issuer. Pinning Circle's real issuer dropped it to ~$778M/day. Removing 5% of ops but 99.99% of the fake volume. This is the difference between an analytics project and a real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 → model → serve. Bronze layer is outsourced to SDF's Hubble, zero storage cost. Cost engineering: 71GB query caught by a guardrail; daily 30-day rebuilds would be 2.1TB/month vs 1TB free quota, so I sized the window to 14 days. Runs entirely on free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dashboard on real Stellar data. Total volume time series shows the whale-flow regime — $600-750M days against a $10-140M baseline. $3.3B total across 1.5M payments, updated daily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combo chart is the money visual. Bars are path-payment COUNT, the line is volume on a second axis. Jun 27: a towering bar of 6,300 payments moving almost nothing — a micro-payment swarm, likely bots. A count-based anomaly view catches this where volume is blind. Different anomaly species, one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composability payoff. A Soroban contract deployed to testnet stores daily flow-health records on-chain. This is real Jul 5 data written to and read back from Stellar — not a mock. Daloy becomes composable infrastructure: its output is on-chain data other builders can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belongs in the DeFi &amp; Composability track. Open models others query, on-chain attestations any dApp can read, path-payment focus on the real remittance mechanism, zero-cost and reproducible. Daloy is a data primitive, not a closed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Built solo, zero cost, from Manila: pipeline, dashboard, anomaly detection, and a deployed smart contract, all running on schedule by itself. Daloy makes the rails Filipino families depend on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61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65A82"/>
                </a:solidFill>
              </a:rPr>
              <a:t>🌊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Daloy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Flow Intelligence for Philippine Remittance Corridors on Stellar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"Daloy" is Filipino for "flow."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Stellar Hackathon  ·  DeFi &amp; Ecosystem Composability  ·  Manila 🇵🇭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rails Filipino families depend on are a black box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D0DCE5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103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$35.63B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cash remittances in 2025 (record high, 7.3% of GDP)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18288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D0DCE5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2103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26280" y="3200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 remittance tax as of 2026, on ~40% of inflows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8288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D0DCE5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2103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229600" y="3200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tools to see Stellar's PH stablecoin corridors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on Stellar are a cheaper rail — but nobody can see the flows: volumes, cross-currency activity, peg health, or anomalies.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thing Stellar told me: $8,800,000,000,000 moved in a day.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obviously wrong — and why it's wrong is the whole point.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3A1E2B"/>
          </a:solidFill>
          <a:ln w="12700">
            <a:solidFill>
              <a:srgbClr val="7A3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7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FILTER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$8.8 Trillion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asset_code = 'USDC'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Stellar can mint a token called "USDC"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37744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238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ISSUER-PINNED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~$778 Million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75120" y="4114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issuer (Circle's verified GA5ZSE…)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 of ops, −99.99% of the fake "volume"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Daloy validates data before it charts it. That instinct is the product.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ELT pipeline + on-chain attestations — on free tiers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F4F8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Hubble (public BigQuery)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CoinGecko API, hourly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46888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9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434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medallion: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built daily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26680" y="246888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9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F4F8F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Soroban attestation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on-chain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engineering, not afterthought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scan wanted 71 GB — a per-query circuit breaker caught it before the first build.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rebuilds at 30 days = 2.1 TB/month, double the 1 TB free quota.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sized the window to 14 days (~530 GB/month) + partition &amp; column pruning.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dashboard: USDC flow, in real Stellar data</a:t>
            </a:r>
            <a:endParaRPr lang="en-US" sz="3000" dirty="0"/>
          </a:p>
        </p:txBody>
      </p:sp>
      <p:pic>
        <p:nvPicPr>
          <p:cNvPr id="3" name="Image 0" descr="/home/claude/crop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86384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0" y="1371600"/>
            <a:ext cx="2926080" cy="2651760"/>
          </a:xfrm>
          <a:prstGeom prst="roundRect">
            <a:avLst>
              <a:gd name="adj" fmla="val 3448"/>
            </a:avLst>
          </a:prstGeom>
          <a:solidFill>
            <a:srgbClr val="F4F8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154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Whale-flow regime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1540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$600–750M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915400" y="2880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days on end vs a ~$10–140M baseline — treasury-scale movement, obvious at a glance.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$3.3B total volume  ·  1.5M payments  ·  updated daily, automatically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USDC Volume Over Time — Daloy Dash (live Looker Studio)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anomaly species — and count catches what volume misses</a:t>
            </a:r>
            <a:endParaRPr lang="en-US" sz="2800" dirty="0"/>
          </a:p>
        </p:txBody>
      </p:sp>
      <p:pic>
        <p:nvPicPr>
          <p:cNvPr id="3" name="Image 0" descr="/home/claude/crop_com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03920" y="1463040"/>
            <a:ext cx="3108960" cy="3931920"/>
          </a:xfrm>
          <a:prstGeom prst="roundRect">
            <a:avLst>
              <a:gd name="adj" fmla="val 2941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/>
          <p:nvPr/>
        </p:nvSpPr>
        <p:spPr>
          <a:xfrm>
            <a:off x="873252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Micro-payment swarm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3252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6,300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732520" y="30632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payments in ONE day (Jun 27) moving almost no value — the tall bar with a floor-level line.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32520" y="4480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bots / stress test. A volume-only view is blind to it.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Cross-Currency (Remittance-Style) Volume — bars = path-payment count, line = volume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Daloy doesn't just show numbers — it publishes them on-chain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Soroban attestation contract, deployed to Stellar testnet, publishes daily flow-health records anyone can verify.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188720" y="2560320"/>
            <a:ext cx="9784080" cy="2194560"/>
          </a:xfrm>
          <a:prstGeom prst="roundRect">
            <a:avLst>
              <a:gd name="adj" fmla="val 3333"/>
            </a:avLst>
          </a:prstGeom>
          <a:solidFill>
            <a:srgbClr val="0B1B2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78892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stellar contract invoke ... -- get_attestation --date 20260705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3291840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"date": 20260705, "usdc_volume": 7129264,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"payment_count": 48542, "is_healthy": true }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Jul 5 pipeline data — written to Stellar, read back from Stellar.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 CCQR6OJVMRLKAT7SMBJK2ZGYGWXLJNO2RIYOP3XEKI2EK45Y26TP3T3M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Composable infrastructure, not a closed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dbt models &amp; gold tables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Stellar builders query Daloy's corridor intelligence directly — no rebuilding pipelines.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attestations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Flow-health records live on Stellar; any dApp can read and compose on them.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Path-payment focus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true cross-currency remittance mechanism — the rail OFW families use.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Zero-cost &amp; reproducible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71600" y="5486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free tiers with scheduled CI; the whole thing is version-controlled and re-runnable.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1216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65A82"/>
                </a:solidFill>
              </a:rPr>
              <a:t>🌊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solo. Zero cost. From Manila.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ELT pipeline, live dashboard, statistical anomaly detection, and a deployed Soroban contract — and it runs itself.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9377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github.com/OrangeJuice023/daloy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Daloy — making the rails Filipino families depend on visible.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2026-07-09T20:25:46Z</dcterms:created>
  <dcterms:modified xsi:type="dcterms:W3CDTF">2026-07-09T20:25:46Z</dcterms:modified>
</cp:coreProperties>
</file>